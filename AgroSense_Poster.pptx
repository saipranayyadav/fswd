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32918400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579" y="-3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135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0" cy="3931920"/>
          </a:xfrm>
          <a:prstGeom prst="rect">
            <a:avLst/>
          </a:prstGeom>
          <a:solidFill>
            <a:srgbClr val="123D2B"/>
          </a:solidFill>
          <a:ln w="12700">
            <a:solidFill>
              <a:srgbClr val="123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0" y="-2743200"/>
            <a:ext cx="8229600" cy="8229600"/>
          </a:xfrm>
          <a:prstGeom prst="ellipse">
            <a:avLst/>
          </a:prstGeom>
          <a:solidFill>
            <a:srgbClr val="34784B">
              <a:alpha val="40000"/>
            </a:srgbClr>
          </a:solidFill>
          <a:ln w="12700">
            <a:solidFill>
              <a:srgbClr val="3478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65760"/>
            <a:ext cx="2011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2011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Greenhouse Monitoring &amp; Irrigation Management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2011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B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Project · Team No: 1 · Department of CSE, KLU Hyderabad   |   Guide: Dr. Karumuri Sri Rama Murthy, Asst. Professor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20116800" cy="5120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CFDB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97680"/>
            <a:ext cx="20116800" cy="868680"/>
          </a:xfrm>
          <a:prstGeom prst="rect">
            <a:avLst/>
          </a:prstGeom>
          <a:solidFill>
            <a:srgbClr val="34784B"/>
          </a:solidFill>
          <a:ln w="12700">
            <a:solidFill>
              <a:srgbClr val="347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297680"/>
            <a:ext cx="1938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DESCRIPTION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371600" y="5349240"/>
            <a:ext cx="12070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3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is a web-based smart greenhouse system that monitors soil moisture, temperature, humidity and light for three crop zones (Tomato, Capsicum, Lettuce) and automates irrigation.</a:t>
            </a:r>
            <a:endParaRPr lang="en-US" sz="2300" dirty="0"/>
          </a:p>
          <a:p>
            <a:pPr marL="381000" indent="-3810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sensor nodes publish readings over MQTT to a Node.js server that stores data in PostgreSQL/TimescaleDB.</a:t>
            </a:r>
            <a:endParaRPr lang="en-US" sz="2300" dirty="0"/>
          </a:p>
          <a:p>
            <a:pPr marL="381000" indent="-3810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engine raises warning/critical alerts when soil moisture falls below crop-specific thresholds.</a:t>
            </a:r>
            <a:endParaRPr lang="en-US" sz="2300" dirty="0"/>
          </a:p>
          <a:p>
            <a:pPr marL="381000" indent="-381000">
              <a:spcAft>
                <a:spcPts val="800"/>
              </a:spcAft>
              <a:buSzPct val="100000"/>
              <a:buChar char="•"/>
            </a:pPr>
            <a:r>
              <a:rPr lang="en-US" sz="23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 switch ON/OFF automatically, with manual override.</a:t>
            </a:r>
            <a:endParaRPr lang="en-US" sz="2300" dirty="0"/>
          </a:p>
          <a:p>
            <a:pPr marL="381000" indent="-381000">
              <a:buSzPct val="100000"/>
              <a:buChar char="•"/>
            </a:pPr>
            <a:r>
              <a:rPr lang="en-US" sz="23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React dashboard shows live values, trends and alerts; a built-in simulator works without hardware.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13898880" y="5349240"/>
            <a:ext cx="6675120" cy="868680"/>
          </a:xfrm>
          <a:prstGeom prst="roundRect">
            <a:avLst>
              <a:gd name="adj" fmla="val 12632"/>
            </a:avLst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081760" y="53492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r>
              <a:rPr lang="en-US" sz="2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Recharts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898880" y="6355080"/>
            <a:ext cx="6675120" cy="868680"/>
          </a:xfrm>
          <a:prstGeom prst="roundRect">
            <a:avLst>
              <a:gd name="adj" fmla="val 12632"/>
            </a:avLst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81760" y="63550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r>
              <a:rPr lang="en-US" sz="2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Socket.IO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3898880" y="7360920"/>
            <a:ext cx="6675120" cy="868680"/>
          </a:xfrm>
          <a:prstGeom prst="roundRect">
            <a:avLst>
              <a:gd name="adj" fmla="val 12632"/>
            </a:avLst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1760" y="7360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</a:t>
            </a:r>
            <a:r>
              <a:rPr lang="en-US" sz="2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TimescaleDB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898880" y="8366760"/>
            <a:ext cx="6675120" cy="868680"/>
          </a:xfrm>
          <a:prstGeom prst="roundRect">
            <a:avLst>
              <a:gd name="adj" fmla="val 12632"/>
            </a:avLst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81760" y="83667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 </a:t>
            </a:r>
            <a:r>
              <a:rPr lang="en-US" sz="2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DHT22 · MQTT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9692640"/>
            <a:ext cx="20116800" cy="6858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CFDB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9692640"/>
            <a:ext cx="20116800" cy="868680"/>
          </a:xfrm>
          <a:prstGeom prst="rect">
            <a:avLst/>
          </a:prstGeom>
          <a:solidFill>
            <a:srgbClr val="2F7F9E"/>
          </a:solidFill>
          <a:ln w="12700">
            <a:solidFill>
              <a:srgbClr val="2F7F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9692640"/>
            <a:ext cx="1938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ARCHITECTURE DIAGRAM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1280160" y="16157448"/>
            <a:ext cx="1938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Telemetry: sensor → MQTT → backend → database → web UI.  Commands: dashboard → backend → MQTT → relay/pump.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834683" y="17053560"/>
            <a:ext cx="20116800" cy="27432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FDBC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16824960"/>
            <a:ext cx="20116800" cy="868680"/>
          </a:xfrm>
          <a:prstGeom prst="rect">
            <a:avLst/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80160" y="16824960"/>
            <a:ext cx="1938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TEAM DETAILS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914400" y="1826628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Prasanna</a:t>
            </a:r>
          </a:p>
        </p:txBody>
      </p:sp>
      <p:sp>
        <p:nvSpPr>
          <p:cNvPr id="30" name="Text 27"/>
          <p:cNvSpPr/>
          <p:nvPr/>
        </p:nvSpPr>
        <p:spPr>
          <a:xfrm>
            <a:off x="954259" y="1863497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2520040096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2904976" y="182617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Sai Pranay</a:t>
            </a:r>
            <a:endParaRPr lang="en-US" sz="2300" dirty="0"/>
          </a:p>
        </p:txBody>
      </p:sp>
      <p:sp>
        <p:nvSpPr>
          <p:cNvPr id="38" name="Text 35"/>
          <p:cNvSpPr/>
          <p:nvPr/>
        </p:nvSpPr>
        <p:spPr>
          <a:xfrm>
            <a:off x="3039796" y="1864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2520040118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6869723" y="18186566"/>
            <a:ext cx="4023360" cy="1260700"/>
          </a:xfrm>
          <a:prstGeom prst="roundRect">
            <a:avLst>
              <a:gd name="adj" fmla="val 3871"/>
            </a:avLst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32320" y="17628695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6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Karumuri Sri Rama Murthy</a:t>
            </a:r>
            <a:endParaRPr lang="en-US" sz="1600" dirty="0"/>
          </a:p>
          <a:p>
            <a:pPr marL="0" indent="0">
              <a:buNone/>
            </a:pPr>
            <a:r>
              <a:rPr lang="en-US" sz="18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Professor, Dept. of CSE</a:t>
            </a:r>
            <a:endParaRPr lang="en-US" sz="1600" dirty="0"/>
          </a:p>
          <a:p>
            <a:pPr marL="0" indent="0">
              <a:buNone/>
            </a:pPr>
            <a:r>
              <a:rPr lang="en-US" sz="18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 Hyderabad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41" name="Shape 38"/>
          <p:cNvSpPr/>
          <p:nvPr/>
        </p:nvSpPr>
        <p:spPr>
          <a:xfrm>
            <a:off x="907367" y="21594436"/>
            <a:ext cx="20116800" cy="1088136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9050">
            <a:solidFill>
              <a:srgbClr val="CFDBC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4683" y="20239745"/>
            <a:ext cx="20116800" cy="868680"/>
          </a:xfrm>
          <a:prstGeom prst="rect">
            <a:avLst/>
          </a:prstGeom>
          <a:solidFill>
            <a:srgbClr val="D9704F"/>
          </a:solidFill>
          <a:ln w="12700">
            <a:solidFill>
              <a:srgbClr val="D9704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97280" y="20267105"/>
            <a:ext cx="1938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 SCREENS</a:t>
            </a:r>
            <a:endParaRPr lang="en-US" sz="32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EEDDC6B-BA8B-C078-9D52-639F71769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143" y="10698481"/>
            <a:ext cx="13830777" cy="5450586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ED16CAD-0B58-2640-1004-87FC57F442E5}"/>
              </a:ext>
            </a:extLst>
          </p:cNvPr>
          <p:cNvSpPr txBox="1"/>
          <p:nvPr/>
        </p:nvSpPr>
        <p:spPr>
          <a:xfrm>
            <a:off x="11301046" y="18266283"/>
            <a:ext cx="259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 20</a:t>
            </a:r>
            <a:endParaRPr lang="en-US" sz="1600" dirty="0"/>
          </a:p>
          <a:p>
            <a:endParaRPr lang="en-IN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F6135A-7CB1-C542-135E-FC4B2A641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843" y="22940568"/>
            <a:ext cx="6233677" cy="3016962"/>
          </a:xfrm>
          <a:prstGeom prst="rect">
            <a:avLst/>
          </a:prstGeom>
        </p:spPr>
      </p:pic>
      <p:pic>
        <p:nvPicPr>
          <p:cNvPr id="28" name="Picture 27" descr="EC - Best Private University in Telangana &amp; Andhra Pradesh ...">
            <a:extLst>
              <a:ext uri="{FF2B5EF4-FFF2-40B4-BE49-F238E27FC236}">
                <a16:creationId xmlns:a16="http://schemas.microsoft.com/office/drawing/2014/main" id="{3E278EB2-1E2D-5C8E-7AE4-F8037C91A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30900" y="375285"/>
            <a:ext cx="2857500" cy="13525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3EA70CE-310D-5EE4-4BAB-C45F621CE5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22849859"/>
            <a:ext cx="6358599" cy="320749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513F457-D040-02A7-C303-FB4EB0416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93240" y="22816927"/>
            <a:ext cx="6309360" cy="317117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CF20F0E-E3A6-D0B7-2F74-137AA8A5C1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0160" y="27740610"/>
            <a:ext cx="6233677" cy="317105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ECA1BBC-911E-0BFD-C989-0CDCCF4478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3627" y="27691468"/>
            <a:ext cx="6205542" cy="312381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85A1FF49-E188-48A1-D31D-13DD5A1C3A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23064" y="27669248"/>
            <a:ext cx="6216517" cy="31682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235</Words>
  <Application>Microsoft Office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deekshitha dhatrika</cp:lastModifiedBy>
  <cp:revision>4</cp:revision>
  <dcterms:created xsi:type="dcterms:W3CDTF">2026-10-16T19:30:20Z</dcterms:created>
  <dcterms:modified xsi:type="dcterms:W3CDTF">2026-10-17T08:57:26Z</dcterms:modified>
</cp:coreProperties>
</file>