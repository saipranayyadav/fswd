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67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page of the AgroSense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1B33-B0DB-6B4C-E37B-2AC444D0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37FE9-D7A2-5BEB-5DBC-3C1BDCF15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7B13C-D705-559F-E8F6-6692329CD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page of the AgroSense dashboard.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FA8C-F009-875E-FCC6-2CF23B44C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5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D2B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Project · Team 1 · KLU Hyderabad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34784B">
              <a:alpha val="40000"/>
            </a:srgbClr>
          </a:solidFill>
          <a:ln w="12700">
            <a:solidFill>
              <a:srgbClr val="3478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6B94D">
              <a:alpha val="20000"/>
            </a:srgbClr>
          </a:solidFill>
          <a:ln w="12700">
            <a:solidFill>
              <a:srgbClr val="E6B9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PROJECT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Greenhouse Monitoring &amp; Irrigation Management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B4F37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Karumuri Sri Rama Murthy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C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Professor, Department of CSE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C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 Hyderabad, Hyderabad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30632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B4F37"/>
          </a:solidFill>
          <a:ln w="12700">
            <a:solidFill>
              <a:srgbClr val="34784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26364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2520040096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Prasanna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776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3465576"/>
            <a:ext cx="15544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2520040118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3730752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Sai Pranay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· KLU Hyderabad</a:t>
            </a:r>
            <a:endParaRPr lang="en-US" sz="1300" dirty="0"/>
          </a:p>
        </p:txBody>
      </p:sp>
      <p:pic>
        <p:nvPicPr>
          <p:cNvPr id="18" name="Picture 17" descr="EC - Best Private University in Telangana &amp; Andhra Pradesh ...">
            <a:extLst>
              <a:ext uri="{FF2B5EF4-FFF2-40B4-BE49-F238E27FC236}">
                <a16:creationId xmlns:a16="http://schemas.microsoft.com/office/drawing/2014/main" id="{212B0774-6364-F112-AEBD-F6140E04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949" y="257136"/>
            <a:ext cx="1722120" cy="7380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58952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7223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is a web-based smart greenhouse monitoring and irrigation system.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soil moisture, temperature, humidity and light for three crop zones: Tomato, Capsicum and Lettuce.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 nodes publish readings over MQTT to a Node.js server that stores data in PostgreSQL/TimescaleDB.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raises warning and critical alerts when soil moisture falls below crop-specific limits.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irrigation switches pumps ON/OFF, with manual override for the grower.</a:t>
            </a:r>
            <a:endParaRPr lang="en-US" sz="18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dashboard shows live values, trends and alerts; a built-in simulator allows demonstration without hardware.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23444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E8F3E5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1371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50392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zones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292608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E8F3E5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5039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parameters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03920" y="4617720"/>
            <a:ext cx="3154680" cy="1508760"/>
          </a:xfrm>
          <a:prstGeom prst="roundRect">
            <a:avLst>
              <a:gd name="adj" fmla="val 7273"/>
            </a:avLst>
          </a:prstGeom>
          <a:solidFill>
            <a:srgbClr val="E8F3E5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754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03920" y="5532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refresh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611880" cy="566928"/>
          </a:xfrm>
          <a:prstGeom prst="rect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(JSX components)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build tool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(live &amp; trend charts)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responsive CSS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234440"/>
            <a:ext cx="3611880" cy="566928"/>
          </a:xfrm>
          <a:prstGeom prst="rect">
            <a:avLst/>
          </a:prstGeom>
          <a:solidFill>
            <a:srgbClr val="2F7F9E"/>
          </a:solidFill>
          <a:ln w="12700">
            <a:solidFill>
              <a:srgbClr val="2F7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234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/ MIDDLEWARE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with Express 4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 + Eclipse Mosquitto broker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(WebSocket) &amp; SSE alert stream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JSON parser, logger, rate limiter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configuration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23444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234440"/>
            <a:ext cx="3611880" cy="566928"/>
          </a:xfrm>
          <a:prstGeom prst="rect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234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19659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 driver)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hypertable for readings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zones, readings, alerts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fallback for demo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E8F3E5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hardware: </a:t>
            </a:r>
            <a:r>
              <a:rPr lang="en-US" sz="15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capacitive soil-moisture probe · DHT22 · LDR · relay + pump (Arduino C++)     </a:t>
            </a:r>
            <a:r>
              <a:rPr lang="en-US" sz="15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15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Render (API) · Vercel (web)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44168"/>
            <a:ext cx="530352" cy="530352"/>
          </a:xfrm>
          <a:prstGeom prst="ellipse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Growers check soil and climate by hand, so problems are noticed late.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04288"/>
            <a:ext cx="530352" cy="530352"/>
          </a:xfrm>
          <a:prstGeom prst="ellipse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 watering over-irrigates or under-irrigates crops with different needs.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64408"/>
            <a:ext cx="530352" cy="530352"/>
          </a:xfrm>
          <a:prstGeom prst="ellipse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64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 or dry soil is found only after crop damage has started.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224528"/>
            <a:ext cx="530352" cy="530352"/>
          </a:xfrm>
          <a:prstGeom prst="ellipse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history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stored readings, trends cannot be analysed to improve yield.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184648"/>
            <a:ext cx="530352" cy="530352"/>
          </a:xfrm>
          <a:prstGeom prst="ellipse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84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0749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crop needs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Tomato, capsicum and lettuce need different moisture thresholds.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818120" y="11887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123D2B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17830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continuously monitors every crop zone, alerts the grower when conditions go out of range and automates irrigation using per-crop thresholds.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0" y="4480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less water, healthier crops, less manual work.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113842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design: Sensing → Transport (MQTT) → Backend (Node.js) → Database (PostgreSQL/TimescaleDB) → React web UI.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99F643-4D4E-1BC9-972C-9A922F11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7" y="1096614"/>
            <a:ext cx="10618686" cy="4181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–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(ESP32)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soil moisture (GPIO 34), DHT22 and LDR every 2 s; publishes JSON to agrosense/&lt;zone&gt;/telemetry; drives the relay from agrosense/&lt;zone&gt;/irrigation.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371600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(core.js)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181051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reading, stores it, broadcasts it and applies threshold rules. Alerts are de-duplicated for 90 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35808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(simulator.js)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24 h of back-filled history and live readings every 2 s when no MQTT broker is configured.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2852928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035808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real-time 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for zones, history, alerts and irrigation control; Socket.IO pushes telemetry; SSE streams alerts.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00016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54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(store.js)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13892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readings and alerts to PostgreSQL/TimescaleDB; automatically falls back to memory.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4517136"/>
            <a:ext cx="5486400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4700016"/>
            <a:ext cx="73152" cy="411480"/>
          </a:xfrm>
          <a:prstGeom prst="rect">
            <a:avLst/>
          </a:prstGeom>
          <a:solidFill>
            <a:srgbClr val="E6B94D"/>
          </a:solidFill>
          <a:ln w="12700">
            <a:solidFill>
              <a:srgbClr val="E6B9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654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513892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pages (Overview, Zones, Climate, Irrigation, Alerts, Live sensors, Settings), each opening in its own tab; refreshes every 3 s.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– Alert &amp; Irrigation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11384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pic>
        <p:nvPicPr>
          <p:cNvPr id="4" name="Image 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178" y="1188720"/>
            <a:ext cx="8452884" cy="24231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694944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alert below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ON below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Capsicum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388620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E8F3E5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3977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rules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 &gt; 34 °C → heat warning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OFF automatically when soil &gt; 62 %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toggle switches auto mode off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– API &amp; Database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03504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7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uptime, store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/api/zones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with latest reading &amp; relay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Bucketed history (1–168 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30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/api/alerts/stream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 live alert feed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/api/irrigation/:zone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pump on/off &amp; auto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0" y="1920240"/>
            <a:ext cx="4709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Text 6"/>
          <p:cNvSpPr/>
          <p:nvPr/>
        </p:nvSpPr>
        <p:spPr>
          <a:xfrm>
            <a:off x="7040880" y="194767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 · name · crop · dry_threshold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49440" y="2788920"/>
            <a:ext cx="4709160" cy="365760"/>
          </a:xfrm>
          <a:prstGeom prst="rect">
            <a:avLst/>
          </a:prstGeom>
          <a:solidFill>
            <a:srgbClr val="34784B"/>
          </a:solidFill>
          <a:ln w="12700">
            <a:solidFill>
              <a:srgbClr val="347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 (TimescaleDB hypertable)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3154680"/>
            <a:ext cx="4709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31821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· zone (FK) · soil_moisture · temperature · humidity · light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0" y="4023360"/>
            <a:ext cx="4709160" cy="365760"/>
          </a:xfrm>
          <a:prstGeom prst="rect">
            <a:avLst/>
          </a:prstGeom>
          <a:solidFill>
            <a:srgbClr val="D9704F"/>
          </a:solidFill>
          <a:ln w="12700">
            <a:solidFill>
              <a:srgbClr val="D970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49440" y="4389120"/>
            <a:ext cx="4709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441655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 · time · zone · level · message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readings_zone_time (zone, time DESC) speeds up trend queries.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Register / Login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1143000"/>
            <a:ext cx="7589520" cy="4777740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31720" y="59664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live averages of soil moisture, temperature, humidity and light, plus zone status cards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9FDBF-C2BF-48F7-C554-DCEE8098A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82301"/>
            <a:ext cx="7589520" cy="3673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CF4C6-2412-84CA-B7F4-066EF362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420BD8-40EF-857A-C67B-82E3C14E7BEC}"/>
              </a:ext>
            </a:extLst>
          </p:cNvPr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Overview Dashboard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839A95-DC89-5B9D-BCCB-8855FD4C00E5}"/>
              </a:ext>
            </a:extLst>
          </p:cNvPr>
          <p:cNvSpPr/>
          <p:nvPr/>
        </p:nvSpPr>
        <p:spPr>
          <a:xfrm>
            <a:off x="2286000" y="1143000"/>
            <a:ext cx="7589520" cy="4777740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2A7B15-A35E-16B2-BCA8-3BFE777F2118}"/>
              </a:ext>
            </a:extLst>
          </p:cNvPr>
          <p:cNvSpPr/>
          <p:nvPr/>
        </p:nvSpPr>
        <p:spPr>
          <a:xfrm>
            <a:off x="2331720" y="59664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live averages of soil moisture, temperature, humidity and light, plus zone status cards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D267032-2EA1-5446-1FB3-4DCD6D9F93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FDDC2-03C5-9C6C-8A78-A0F365201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617663"/>
            <a:ext cx="7589521" cy="382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98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Growing Zones &amp; Climate Trends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zones – per-crop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72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&amp; trends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DE2A4E-A01D-E19D-5FD8-96B6C26F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1484"/>
            <a:ext cx="5435793" cy="2732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E0152F-0C29-FCA9-71F8-470995981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11484"/>
            <a:ext cx="5486400" cy="2790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Irrigation Control &amp; Alerts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– manual &amp; auto control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72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6217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events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563611-C16F-1324-DED4-0F038615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0" y="1802641"/>
            <a:ext cx="5462550" cy="27497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6F895-82B4-64A6-6761-15D64E7B1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490" y="1802641"/>
            <a:ext cx="5447310" cy="2776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Live Sensors &amp; Settings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monitor (auto-refresh)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72200" y="141732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FDB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settings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4B0D45-56CD-828B-36F0-BFB66CD08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58" y="1806388"/>
            <a:ext cx="5436923" cy="27397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673D56-66D3-BF8D-7444-F775E36E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382" y="1806388"/>
            <a:ext cx="5394960" cy="2707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UI to live 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React dashboard to the Socket.IO/REST backend and real ESP32 nodes.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2801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0876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to forecast soil-moisture drop and recommend irrigation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50876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/ e-mail alerts and a mobile app for growers.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roles and multi-greenhouse support.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97764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sensors &amp; actuators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EC, CO₂, fans, vents, shade nets and fertigation control.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6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977640"/>
            <a:ext cx="594360" cy="594360"/>
          </a:xfrm>
          <a:prstGeom prst="ellipse">
            <a:avLst/>
          </a:prstGeom>
          <a:solidFill>
            <a:srgbClr val="E8F3E5"/>
          </a:solidFill>
          <a:ln w="19050">
            <a:solidFill>
              <a:srgbClr val="347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7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edge power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6676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nodes with LoRa for large farms.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3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4784B">
              <a:alpha val="40000"/>
            </a:srgbClr>
          </a:solidFill>
          <a:ln w="12700">
            <a:solidFill>
              <a:srgbClr val="3478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6B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– grow with insight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1060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AgroSense – PBL Presentation</dc:title>
  <dc:subject>PptxGenJS Presentation</dc:subject>
  <dc:creator>Team 1 – KLU Hyderabad</dc:creator>
  <cp:lastModifiedBy>Sai Pranay Yadav</cp:lastModifiedBy>
  <cp:revision>7</cp:revision>
  <dcterms:created xsi:type="dcterms:W3CDTF">2026-10-16T19:29:21Z</dcterms:created>
  <dcterms:modified xsi:type="dcterms:W3CDTF">2026-10-17T08:27:00Z</dcterms:modified>
</cp:coreProperties>
</file>